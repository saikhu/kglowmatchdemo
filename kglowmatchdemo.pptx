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You've heard the stories. Seoul has the best skincare, the boldest haircuts, the most precise clinics in the world. The only thing standing between you and a Korean specialist… is Korean. KGlowMatch is the concierge that closes that gap — quietly, in your own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three people landing in Seoul this weekend. Yuki flies in from Tokyo. She wants glass skin before Monday's client meeting — and absolutely no downtime. Madison, an exchange student from Brooklyn, is here for a serious adult-acne consult. The derms at home keep handing her the same prescription. And Lina, a creator from Shanghai, has booked a photoshoot Sunday — and wants the perfect hime cut and honey color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three steps. Mostly while you sleep. One. Tell us what you want, the way you'd say it to a friend. A short intake. Three minutes. No account. Two. Our AI rewrites your request as a precise clinical brief — in Korean — and sends it only to vetted, matching specialists. Three. Their answers come back to your inbox. In your language. Side by side. Pick the one you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ask for almost anything Korea is famous for. Skincare — glass skin, hydra-boost, PDT for acne. Aesthetic — Botox, filler, a thread-lift consult. Hair — a perm, balayage, the cut you can't explain at home. Wellness — IV drips, hanbang spa, lymphatic care. One request can stack across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quotes arrive, every follow-up message is translated both ways — automatically. You write in English. Your specialist reads it in Korean. Their reply lands back in your inbox, already in your language. Will my face be red afterward? I fly home Tuesday. Slight redness for six hours — by Tuesday morning, you'll be photo-ready. No app. No live chat pressure. Just an email thread that finally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Submit a request before you fly. Quotes return within a day. You're never charged for asking. Providers pay us in Korea, per lead. KGlowMatch. Speak your own language. Glow like Seoul.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EFE9"/>
          </a:solidFill>
          <a:ln/>
        </p:spPr>
      </p:sp>
      <p:sp>
        <p:nvSpPr>
          <p:cNvPr id="3" name="Shape 1"/>
          <p:cNvSpPr/>
          <p:nvPr/>
        </p:nvSpPr>
        <p:spPr>
          <a:xfrm>
            <a:off x="8572500" y="-952500"/>
            <a:ext cx="4381500" cy="4381500"/>
          </a:xfrm>
          <a:prstGeom prst="ellipse">
            <a:avLst/>
          </a:prstGeom>
          <a:solidFill>
            <a:srgbClr val="F4C2C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43000" y="4572000"/>
            <a:ext cx="3619500" cy="3619500"/>
          </a:xfrm>
          <a:prstGeom prst="ellipse">
            <a:avLst/>
          </a:prstGeom>
          <a:solidFill>
            <a:srgbClr val="E6D7B9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382048" y="342900"/>
            <a:ext cx="73000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COVER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01/ 06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58864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CONCIERGE FOR VISITING BEAUTY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2319338"/>
            <a:ext cx="5886450" cy="3402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900" spc="-138" kern="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Speak your </a:t>
            </a:r>
            <a:pPr algn="l" indent="0" marL="0">
              <a:lnSpc>
                <a:spcPct val="96000"/>
              </a:lnSpc>
              <a:buNone/>
            </a:pPr>
            <a:r>
              <a:rPr lang="en-US" sz="6900" i="1" spc="-138" kern="0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own language. </a:t>
            </a:r>
            <a:pPr algn="l" indent="0" marL="0">
              <a:lnSpc>
                <a:spcPct val="96000"/>
              </a:lnSpc>
              <a:buNone/>
            </a:pPr>
            <a:r>
              <a:rPr lang="en-US" sz="6900" spc="-138" kern="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Glow like Seoul.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762000" y="5950744"/>
            <a:ext cx="51015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us what you want — in English, 日本語, 中文, or 한국어. We translate, match you to vetted Korean specialists, and bring their answers back in your language.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2000" y="6969919"/>
            <a:ext cx="398562" cy="280988"/>
          </a:xfrm>
          <a:prstGeom prst="roundRect">
            <a:avLst>
              <a:gd name="adj" fmla="val 50000"/>
            </a:avLst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825" y="7036594"/>
            <a:ext cx="22711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36762" y="6969919"/>
            <a:ext cx="564877" cy="280988"/>
          </a:xfrm>
          <a:prstGeom prst="roundRect">
            <a:avLst>
              <a:gd name="adj" fmla="val 50000"/>
            </a:avLst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0587" y="7036594"/>
            <a:ext cx="3934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日本語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77839" y="6969919"/>
            <a:ext cx="459135" cy="280988"/>
          </a:xfrm>
          <a:prstGeom prst="roundRect">
            <a:avLst>
              <a:gd name="adj" fmla="val 50000"/>
            </a:avLst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01664" y="7036594"/>
            <a:ext cx="28768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中文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13174" y="6969919"/>
            <a:ext cx="564877" cy="280988"/>
          </a:xfrm>
          <a:prstGeom prst="roundRect">
            <a:avLst>
              <a:gd name="adj" fmla="val 50000"/>
            </a:avLst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6999" y="7036594"/>
            <a:ext cx="3934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한국어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EFE9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769099" y="342900"/>
            <a:ext cx="195589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WHO TRAVELS FOR THIS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02/ 06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109880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TOURISTS, ONE WEEKEND IN SEOUL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328738"/>
            <a:ext cx="745617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They all</a:t>
            </a:r>
            <a:pPr algn="l" indent="0" marL="0">
              <a:lnSpc>
                <a:spcPct val="105000"/>
              </a:lnSpc>
              <a:buNone/>
            </a:pPr>
            <a:r>
              <a:rPr lang="en-US" sz="33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know what they want. </a:t>
            </a:r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None of them speak Korean.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762000" y="22860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0125" y="4371975"/>
            <a:ext cx="30413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 · SKINCARE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00125" y="4629150"/>
            <a:ext cx="3041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Yuki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0125" y="4972050"/>
            <a:ext cx="30413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32·Tokyo · Marunouchi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0125" y="5487442"/>
            <a:ext cx="2952750" cy="9525"/>
          </a:xfrm>
          <a:prstGeom prst="rect">
            <a:avLst/>
          </a:prstGeom>
          <a:solidFill>
            <a:srgbClr val="2B1E1C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" y="5611267"/>
            <a:ext cx="304133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i="1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 Glass skin before Monday's client meeting. No downtime. "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4381500" y="22860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9625" y="4371975"/>
            <a:ext cx="30413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 · AESTHETIC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19625" y="4629150"/>
            <a:ext cx="3041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Madison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9625" y="4972050"/>
            <a:ext cx="30413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21·Brooklyn · NYU exchange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9625" y="5487442"/>
            <a:ext cx="2952750" cy="9525"/>
          </a:xfrm>
          <a:prstGeom prst="rect">
            <a:avLst/>
          </a:prstGeom>
          <a:solidFill>
            <a:srgbClr val="2B1E1C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19625" y="5611267"/>
            <a:ext cx="304133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i="1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 Real consult on adult acne — derms back home keep giving me the same script. "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8001000" y="2286000"/>
            <a:ext cx="3429000" cy="4000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9125" y="4371975"/>
            <a:ext cx="30413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CN · HAIR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39125" y="4629150"/>
            <a:ext cx="3041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Lina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39125" y="4972050"/>
            <a:ext cx="30413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27·Shanghai · creator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39125" y="5487442"/>
            <a:ext cx="2952750" cy="9525"/>
          </a:xfrm>
          <a:prstGeom prst="rect">
            <a:avLst/>
          </a:prstGeom>
          <a:solidFill>
            <a:srgbClr val="2B1E1C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39125" y="5611267"/>
            <a:ext cx="304133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i="1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 Soft hime-cut + warm honey color. I want it to photograph for my channel. "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096000" y="342900"/>
            <a:ext cx="130209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HOW IT WORKS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03/ 06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91973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STEPS. ROUGHLY AN EVENING.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328738"/>
            <a:ext cx="9197348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We do the</a:t>
            </a:r>
            <a:pPr algn="l" indent="0" marL="0">
              <a:lnSpc>
                <a:spcPct val="105000"/>
              </a:lnSpc>
              <a:buNone/>
            </a:pPr>
            <a:r>
              <a:rPr lang="en-US" sz="33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translation</a:t>
            </a:r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. You stay in your language.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342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1075" y="3076575"/>
            <a:ext cx="381000" cy="381000"/>
          </a:xfrm>
          <a:prstGeom prst="ellipse">
            <a:avLst/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30861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5425" y="3238500"/>
            <a:ext cx="914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· 3 MIN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81075" y="5057775"/>
            <a:ext cx="3080576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Describe it like you'd tell a friend.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1075" y="5673030"/>
            <a:ext cx="30805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4-step intake in your language. Photos welcome, account not required.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381500" y="2857500"/>
            <a:ext cx="342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0575" y="3076575"/>
            <a:ext cx="381000" cy="381000"/>
          </a:xfrm>
          <a:prstGeom prst="ellipse">
            <a:avLst/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861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14925" y="3238500"/>
            <a:ext cx="1371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 · SAME EVENING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00575" y="5057775"/>
            <a:ext cx="3080576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Translated and briefed to Korea.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00575" y="5673030"/>
            <a:ext cx="30805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rewrites your request as a precise Korean clinical brief, sent only to matching vetted providers.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8001000" y="2857500"/>
            <a:ext cx="3429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075" y="3076575"/>
            <a:ext cx="381000" cy="381000"/>
          </a:xfrm>
          <a:prstGeom prst="ellipse">
            <a:avLst/>
          </a:prstGeom>
          <a:ln w="9525">
            <a:solidFill>
              <a:srgbClr val="9B4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1500" y="30861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34425" y="3238500"/>
            <a:ext cx="1524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THEM · WITHIN A DAY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20075" y="5057775"/>
            <a:ext cx="3080576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Compare quotes in your inbox.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220075" y="5432078"/>
            <a:ext cx="30805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3–5 quotes side-by-side: pricing, timing, specialist notes. Book the one you like; message back anytime.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EFE9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769099" y="342900"/>
            <a:ext cx="195589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WHAT YOU CAN ASK FOR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04/ 06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59536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328738"/>
            <a:ext cx="595366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a derm consult</a:t>
            </a:r>
            <a:pPr algn="l" indent="0" marL="0">
              <a:lnSpc>
                <a:spcPct val="105000"/>
              </a:lnSpc>
              <a:buNone/>
            </a:pPr>
            <a:r>
              <a:rPr lang="en-US" sz="33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 a perm.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2538413" cy="3238500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" y="4448175"/>
            <a:ext cx="21764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Skincare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1075" y="4733925"/>
            <a:ext cx="21764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피부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1075" y="5076825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6497" y="5076825"/>
            <a:ext cx="90472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Glass skin facial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075" y="5291138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6497" y="5291138"/>
            <a:ext cx="73878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Hydra-boost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1075" y="5505450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6497" y="5505450"/>
            <a:ext cx="73848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PDT for acne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1075" y="5719763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6497" y="5719763"/>
            <a:ext cx="78648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Pigmentation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1863" y="3048000"/>
            <a:ext cx="2538413" cy="3238500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0937" y="4448175"/>
            <a:ext cx="21764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Aesthetic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690937" y="4733925"/>
            <a:ext cx="21764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시술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90937" y="5076825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56360" y="5076825"/>
            <a:ext cx="66779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Botox brow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90937" y="5291138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6360" y="5291138"/>
            <a:ext cx="482054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Lip filler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90937" y="5505450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6360" y="5505450"/>
            <a:ext cx="798314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Rhino consult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90937" y="5719763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56360" y="5719763"/>
            <a:ext cx="61183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Thread lift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81725" y="3048000"/>
            <a:ext cx="2538413" cy="3238500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448175"/>
            <a:ext cx="21764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Hair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400800" y="4733925"/>
            <a:ext cx="21764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헤어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5076825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66222" y="5076825"/>
            <a:ext cx="5813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Hair perm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291138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66222" y="5291138"/>
            <a:ext cx="912391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Honey balayage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5505450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66222" y="5505450"/>
            <a:ext cx="544339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Hime cut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5719763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66222" y="5719763"/>
            <a:ext cx="663029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Scalp clinic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91588" y="3048000"/>
            <a:ext cx="2538413" cy="3238500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10663" y="4448175"/>
            <a:ext cx="21764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Wellness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110663" y="4733925"/>
            <a:ext cx="21764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웰니스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10663" y="5076825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76085" y="5076825"/>
            <a:ext cx="58891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Vitamin IV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10663" y="5291138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276085" y="5291138"/>
            <a:ext cx="92295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Lymph massage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10663" y="5505450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76085" y="5505450"/>
            <a:ext cx="7666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Hanbang spa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10663" y="5719763"/>
            <a:ext cx="16542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4F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76085" y="5719763"/>
            <a:ext cx="95696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Postpartum care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DDD3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5769099" y="342900"/>
            <a:ext cx="195589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STAY IN CONVERSATION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05/ 06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43167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YOU SUBMIT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1328738"/>
            <a:ext cx="431673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Keep</a:t>
            </a:r>
            <a:pPr algn="l" indent="0" marL="0">
              <a:lnSpc>
                <a:spcPct val="105000"/>
              </a:lnSpc>
              <a:buNone/>
            </a:pPr>
            <a:r>
              <a:rPr lang="en-US" sz="3300" i="1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talking </a:t>
            </a:r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, not translating.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62000" y="2418308"/>
            <a:ext cx="4316730" cy="70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follow-up is translated both ways and emailed to both of you. No app to install, no language barrier in the middle of a question about pain or downtime.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762000" y="3349377"/>
            <a:ext cx="552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3311277"/>
            <a:ext cx="14433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1E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Korean ⇄ your language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3597027"/>
            <a:ext cx="552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3558927"/>
            <a:ext cx="14532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1E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Reply when you wake up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62000" y="3844677"/>
            <a:ext cx="552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71600" y="3806577"/>
            <a:ext cx="17274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B1E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Email pings only, no app push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096000" y="1047750"/>
            <a:ext cx="5334000" cy="5238750"/>
          </a:xfrm>
          <a:prstGeom prst="roundRect">
            <a:avLst>
              <a:gd name="adj" fmla="val 1818"/>
            </a:avLst>
          </a:prstGeom>
          <a:solidFill>
            <a:srgbClr val="FFF7F2"/>
          </a:solidFill>
          <a:ln w="9525">
            <a:solidFill>
              <a:srgbClr val="2B1E1C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5075" y="1485900"/>
            <a:ext cx="4895850" cy="9525"/>
          </a:xfrm>
          <a:prstGeom prst="rect">
            <a:avLst/>
          </a:prstGeom>
          <a:solidFill>
            <a:srgbClr val="2B1E1C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15075" y="1266825"/>
            <a:ext cx="25279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GLOW AESTHETIC CLINIC · APGUJEONG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245030" y="1266825"/>
            <a:ext cx="10420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35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QUOTE #2 OF 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162925" y="1590675"/>
            <a:ext cx="3048000" cy="814834"/>
          </a:xfrm>
          <a:prstGeom prst="roundRect">
            <a:avLst>
              <a:gd name="adj" fmla="val 16365"/>
            </a:avLst>
          </a:prstGeom>
          <a:solidFill>
            <a:srgbClr val="9B4F5A"/>
          </a:solidFill>
          <a:ln/>
        </p:spPr>
      </p:sp>
      <p:sp>
        <p:nvSpPr>
          <p:cNvPr id="20" name="Text 18"/>
          <p:cNvSpPr/>
          <p:nvPr/>
        </p:nvSpPr>
        <p:spPr>
          <a:xfrm>
            <a:off x="8315325" y="1704975"/>
            <a:ext cx="2825496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spc="122" kern="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· EN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8315325" y="1876871"/>
            <a:ext cx="282549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Will my face be red afterward? I fly home Tuesday.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315075" y="2500759"/>
            <a:ext cx="3048000" cy="1217265"/>
          </a:xfrm>
          <a:prstGeom prst="roundRect">
            <a:avLst>
              <a:gd name="adj" fmla="val 10955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  <a:effectLst>
            <a:outerShdw sx="100000" sy="100000" kx="0" ky="0" algn="bl" rotWithShape="0" blurRad="171450" dist="38100" dir="5400000">
              <a:srgbClr val="2B1E1C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7000" y="2624584"/>
            <a:ext cx="2805875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spc="122" kern="0" dirty="0">
                <a:solidFill>
                  <a:srgbClr val="2B1E1C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SPECIALIST · KO → EN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477000" y="2796480"/>
            <a:ext cx="2805875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Slight redness for 6–8 hours. By Tuesday morning, photo-ready. We can add LED soothing for ₩20,000.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477000" y="3456087"/>
            <a:ext cx="28058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2B1E1C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Translated · Dr. Park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628683" y="3813274"/>
            <a:ext cx="2582242" cy="607665"/>
          </a:xfrm>
          <a:prstGeom prst="roundRect">
            <a:avLst>
              <a:gd name="adj" fmla="val 21945"/>
            </a:avLst>
          </a:prstGeom>
          <a:solidFill>
            <a:srgbClr val="9B4F5A"/>
          </a:solidFill>
          <a:ln/>
        </p:spPr>
      </p:sp>
      <p:sp>
        <p:nvSpPr>
          <p:cNvPr id="27" name="Text 25"/>
          <p:cNvSpPr/>
          <p:nvPr/>
        </p:nvSpPr>
        <p:spPr>
          <a:xfrm>
            <a:off x="8781083" y="3927574"/>
            <a:ext cx="2353642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spc="122" kern="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· EN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8781083" y="4099471"/>
            <a:ext cx="2353642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Add the LED. Can we move it to 4pm?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315075" y="4516189"/>
            <a:ext cx="2607171" cy="802928"/>
          </a:xfrm>
          <a:prstGeom prst="roundRect">
            <a:avLst>
              <a:gd name="adj" fmla="val 16608"/>
            </a:avLst>
          </a:prstGeom>
          <a:solidFill>
            <a:srgbClr val="FFFFFF"/>
          </a:solidFill>
          <a:ln w="9525">
            <a:solidFill>
              <a:srgbClr val="2B1E1C">
                <a:alpha val="12000"/>
              </a:srgbClr>
            </a:solidFill>
            <a:prstDash val="solid"/>
          </a:ln>
          <a:effectLst>
            <a:outerShdw sx="100000" sy="100000" kx="0" ky="0" algn="bl" rotWithShape="0" blurRad="171450" dist="38100" dir="5400000">
              <a:srgbClr val="2B1E1C">
                <a:alpha val="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7000" y="4640014"/>
            <a:ext cx="2359521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spc="122" kern="0" dirty="0">
                <a:solidFill>
                  <a:srgbClr val="2B1E1C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SPECIALIST · KO → EN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477000" y="4811911"/>
            <a:ext cx="235952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Confirmed for 16:00. See you Sunday.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477000" y="5057180"/>
            <a:ext cx="235952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2B1E1C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Translated · Dr. Park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EFE9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-1714500"/>
            <a:ext cx="4953000" cy="4953000"/>
          </a:xfrm>
          <a:prstGeom prst="ellipse">
            <a:avLst/>
          </a:prstGeom>
          <a:solidFill>
            <a:srgbClr val="F4C2C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342900"/>
            <a:ext cx="18741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KGLOWMATCH · CONCIERGE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382048" y="342900"/>
            <a:ext cx="73000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BEGIN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1086430" y="342900"/>
            <a:ext cx="64837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5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06/ 06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1714500"/>
            <a:ext cx="5494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70" kern="0" dirty="0">
                <a:solidFill>
                  <a:srgbClr val="9B4F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 TO ASK · PAY ONLY WHEN YOU BOOK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033588"/>
            <a:ext cx="549402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spc="-60" kern="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Ready when you </a:t>
            </a:r>
            <a:pPr algn="l" indent="0" marL="0">
              <a:lnSpc>
                <a:spcPct val="95000"/>
              </a:lnSpc>
              <a:buNone/>
            </a:pPr>
            <a:r>
              <a:rPr lang="en-US" sz="6000" i="1" spc="-60" kern="0" dirty="0">
                <a:solidFill>
                  <a:srgbClr val="9B4F5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land.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62000" y="4452938"/>
            <a:ext cx="451294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 a request before you fly. Quotes return within a day. You're never charged for asking — providers pay us per lead, in Korea.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62000" y="5486400"/>
            <a:ext cx="1772841" cy="466725"/>
          </a:xfrm>
          <a:prstGeom prst="roundRect">
            <a:avLst>
              <a:gd name="adj" fmla="val 50000"/>
            </a:avLst>
          </a:prstGeom>
          <a:solidFill>
            <a:srgbClr val="9B4F5A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5619750"/>
            <a:ext cx="13537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kglowmatch.com 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49141" y="5486400"/>
            <a:ext cx="1710928" cy="466725"/>
          </a:xfrm>
          <a:prstGeom prst="roundRect">
            <a:avLst>
              <a:gd name="adj" fmla="val 50000"/>
            </a:avLst>
          </a:prstGeom>
          <a:ln w="9525">
            <a:solidFill>
              <a:srgbClr val="2B1E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6316" y="5629275"/>
            <a:ext cx="1272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1E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a sample brief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2000" y="6296025"/>
            <a:ext cx="5334000" cy="9525"/>
          </a:xfrm>
          <a:prstGeom prst="rect">
            <a:avLst/>
          </a:prstGeom>
          <a:solidFill>
            <a:srgbClr val="2B1E1C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515100"/>
            <a:ext cx="132397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 min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2000" y="6900863"/>
            <a:ext cx="13239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intake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124075" y="6515100"/>
            <a:ext cx="132397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&lt;24 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24075" y="6900863"/>
            <a:ext cx="13239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Until quotes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86150" y="6515100"/>
            <a:ext cx="132397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 lang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486150" y="6900863"/>
            <a:ext cx="13239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EN·日·中·한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48225" y="6515100"/>
            <a:ext cx="132397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E1C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₩0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848225" y="6900863"/>
            <a:ext cx="13239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54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inquire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2026-05-22T08:15:56Z</dcterms:created>
  <dcterms:modified xsi:type="dcterms:W3CDTF">2026-05-22T08:15:56Z</dcterms:modified>
</cp:coreProperties>
</file>